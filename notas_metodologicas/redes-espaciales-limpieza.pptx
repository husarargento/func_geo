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91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ESPACIALES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 de redes espaciales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datos de redes viales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Geocomputación · UNIPE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 flipV="1">
            <a:off x="9692640" y="4480560"/>
            <a:ext cx="914400" cy="3657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10607040" y="4480560"/>
            <a:ext cx="731520" cy="6400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9692640" y="4846320"/>
            <a:ext cx="640080" cy="7315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9509760" y="5577840"/>
            <a:ext cx="82296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0332720" y="5577840"/>
            <a:ext cx="731520" cy="3657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10607040" y="4480560"/>
            <a:ext cx="457200" cy="1463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11064240" y="5120640"/>
            <a:ext cx="274320" cy="8229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9637776" y="4791456"/>
            <a:ext cx="109728" cy="109728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10552176" y="4425696"/>
            <a:ext cx="109728" cy="109728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11283696" y="5065776"/>
            <a:ext cx="109728" cy="109728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10277856" y="5522976"/>
            <a:ext cx="109728" cy="109728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9454896" y="5705856"/>
            <a:ext cx="109728" cy="109728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11009376" y="5888736"/>
            <a:ext cx="109728" cy="109728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sentido de circulación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un callejero con atributo de mano de circulación en una red dirigida (grafo).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y preparar datos reales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una red vial desde OpenStreetMap con {osmdata} y resolver sus inconsistencias.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la topología de una 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flujo subdivide → simplify → contract → smooth de {sfnetworks}.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279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críticamente un script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892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puntos frágiles de un pipeline geoespacial antes de confiar en su salida.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casos, un mismo objetivo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geometrías de calles en una red topológicamente correcta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— Callejero oficial (CABA)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32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 atributo de sentido de circulación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537960" y="2084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— OpenStreetMap (Escobar)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432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reales, sin curar, con errores topológicos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Leer calles + comunas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54680" y="3630168"/>
            <a:ext cx="9144" cy="146304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22960" y="37764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Duplicar/revertir por sentido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54680" y="4343400"/>
            <a:ext cx="9144" cy="146304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40080" y="448970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22960" y="44897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as_sfnetwork() dirigida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92240" y="30632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Descargar vías con osmdata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23960" y="3630168"/>
            <a:ext cx="9144" cy="14630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6309360" y="377647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492240" y="37764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Homogeneizar y redondear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23960" y="4343400"/>
            <a:ext cx="9144" cy="14630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6309360" y="448970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6492240" y="44897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Limpiar topología (sfnetworks)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71500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914400" y="57150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casos terminan en un objeto sfnetwork: un grafo (igraph/tidygraph) con geometría en cada nodo y arista.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REDES DIRECCIONALES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sentido de circulación importa?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calle es una única geometría (LINESTRING), pero puede permitir tránsito en una sola dirección, en la contraria, o en ambas. Para modelar esto como grafo dirigido necesitamos que cada sentido transitable sea una arista independiente, orientada.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9728" cy="8686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6974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arista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69748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sentido original de la geometría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9728" cy="8686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DECRECIENTE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37490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arista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374904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 revertida (st_reverse) antes de usarla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728" cy="8686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05840" y="4800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48006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aristas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480060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+ revertida → ida y vuelta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Redes direccionales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REDES DIRECCIONALES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técnica: duplicar y revertir geometrías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cod_edge marca el origen de cada arista para poder auditar el resultado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CALLE_aux1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filter(sentido %in% c("DECRECIENTE","DOBLE"))
mutate(cod_edge = -1)
st_reverse()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CALLE_aux2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filter(sentido %in% c("CRECIENTE","DOBLE"))
mutate(cod_edge = 1)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388620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474720" y="388620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rbind(CALLE_aux1, CALLE_aux2)  →  CALLE2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calles DOBLE quedan representadas dos veces: la clave para que el grafo permita circular en ambos sentidos.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verificar: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st_intersection(CALLE, buffer) recorta las geometrías en el borde del buffer y arrastra columnas de la capa de comunas. Si solo querés filtrar sin cortar, usá st_filter().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Redes direccionales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REDES DIRECCIONALES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geometrías a grafo: as_sfnetwork()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net1 &lt;- as_sfnetwork(CALLE2, directed = TRUE, length_as_weight = TRUE)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3108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automáticamente en cada punto de inicio/fin de LINESTRING.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dirigidas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886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= TRUE respeta el orden de coordenadas de cada geometría (por eso importó revertir antes).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6012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= longitud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663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length_as_weight = TRUE agrega una columna weight lista para usar en ruteo (st_network_cost, etc.).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Redes direccionales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Descargar una red vial real con {osmdata}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getbb("Belén de Escobar, Provincia de Buenos Aires") |&gt;
  opq() |&gt;
  add_osm_features(features = list("highway" = "residential", ...)) |&gt;
  osmdata_sf()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opq()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la consulta Overpass a partir de un bounding box.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329184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507992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add_osm_features()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07992" y="3794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varias claves/valores de highway con OR lógico dentro de una sola consulta.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0144" y="3291840"/>
            <a:ext cx="3502152" cy="1371600"/>
          </a:xfrm>
          <a:prstGeom prst="roundRect">
            <a:avLst>
              <a:gd name="adj" fmla="val 5333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8193024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osmdata_sf()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3024" y="3794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objeto con capas separadas: osm_points, osm_lines, osm_polygons...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verificar: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library(leaflet) en el encabezado — se usa leaflet(), addTiles(), addPolygons(), etc. en varios bloques de exploración visual.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la consulta trae polígonos?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modela algunas calles (rotondas, plazoletas cerradas) como ways cerrados: el primer y el último punto coinciden. osmdata los devuelve como osm_polygons, aunque conceptualmente sigan siendo tramos de calle.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Unificar capas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28346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magrittr::extract(c("osm_lines","osm_polygons")) |&gt; bind_rows()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Forzar tipo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37490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st_cast(CALLE_OSM, "LINESTRING")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46634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st_geometry_type() |&gt; table()  → confirmar que ya no quedan polígonos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Redondear coordenadas para poder "pegar" nodos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calles que en el mapa se tocan pueden tener endpoints con una diferencia de milésimas de metro por precisión de captura. sfnetworks solo conecta nodos con coordenadas idénticas: hay que redondear antes de construir la 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4F8FB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script (a verificar)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st_geometry(x) &lt;- st_geometry(x) |&gt;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lapply(\(g) round(g, 0)) |&gt;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st_sfc(crs = st_crs(x))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 no tiene método definido para objetos sfg/sfc (sf solo define el grupo Ops: + − × ÷). Riesgo de perder la clase de geometría.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6060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E6F1FB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recomendada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st_snap_to_grid(CALLE_OSM, size = 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611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nativa de {sf}, pensada exactamente para esto: redondea a una grilla sin romper la clase sfc.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el tamaño de grilla: redondear de más puede colapsar una calle corta en un segmento de longitud cero.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Calles sin dato de sentido (oneway = NA)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OSM son colaborativos: no todas las calles tienen el tag oneway cargado.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5856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visualmente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62432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con leaflet las calles con oneway = NA, coloreadas por highway, para inspeccionar el patrón.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49300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 un criterio explícito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85876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mutate(oneway = ifelse(is.na(oneway), "no", oneway)) → se asume doble mano por defecto.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868680" y="4846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686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7274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y revertir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50932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en el Caso 1: st_reverse() de las calles "no" + rbind() con el resto.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metodológica, no técnica: asumir doble mano por defecto es conservador (favorece la conectividad) pero puede sobreestimar accesos reales.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Datos reales (OSM)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TOPOLÓGICA CON {SFNETWORKS}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operaciones, un orden preciso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Subdivide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to_spatial_subdivision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aristas en cada punto interior compartido con otra arista. Sin esto, dos calles que se cruzan sin compartir endpoint quedan desconectadas.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3438144"/>
            <a:ext cx="100584" cy="164592"/>
          </a:xfrm>
          <a:prstGeom prst="right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364992" y="17373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502152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Simplify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359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arrange + filter edge_is_multiple/loop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02152" y="292608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aristas duplicadas y loops. Se ordena por longitud antes para quedarse con la versión más corta de cada duplicado.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0176" y="3438144"/>
            <a:ext cx="100584" cy="164592"/>
          </a:xfrm>
          <a:prstGeom prst="right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089904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089904" y="17373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227064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Contract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27064" y="2359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to_spatial_contracted + dbscan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27064" y="292608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nodos casi coincidentes (clusters de dbscan, eps = 3 m) en un único nodo por intersección real.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05088" y="3438144"/>
            <a:ext cx="100584" cy="164592"/>
          </a:xfrm>
          <a:prstGeom prst="rightArrow">
            <a:avLst/>
          </a:prstGeom>
          <a:solidFill>
            <a:srgbClr val="5B6B7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8814816" y="17373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8814816" y="17373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951976" y="1737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Smooth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51976" y="2359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to_spatial_smooth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51976" y="292608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nodos "pseudo" (grado 2, sin bifurcación) fusionando sus dos aristas en una sola.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topológica con {sfnetworks}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TOPOLÓGICA CON {SFNETWORKS}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 orden de las operaciones importa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28016" cy="14173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Subdivide antes de contract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primero se eliminan loops, una rotonda puede perder nodos internos que coinciden con otros componentes, inflando artificialmente la cantidad de componentes conectados.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28016" cy="1417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antes de smooth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primero se eliminan pseudo-nodos, se pueden perder intersecciones potenciales que la limpieza de intersecciones necesitaba detectar.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ya resuelto en el script: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to_spatial_contracted(..., simplify = TRUE) ya limpia los multi-edges y loops que la propia contracción introduce, según la viñeta oficial de {sfnetworks}.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topológica con {sfnetworks}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TOPOLÓGICA CON {SFNETWORKS}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Cierre: componente principal y ponderación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net_clean &lt;- net_clean |&gt;
  filter(group_components() == 1) |&gt;
  activate("edges") |&gt; mutate(weight = edge_length())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quedarnos con 1 componente?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real suele fragmentarse en islas por errores de captura o límites del área descargada. Para ruteo, solo sirve el componente conectado principal.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ponderar por longitud?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edge_length() habilita algoritmos de ruta más corta (Dijkstra, A*) sobre distancia real en vez de cantidad de tramos.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topológica con {sfnetworks}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correr un script así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554480" cy="621792"/>
          </a:xfrm>
          <a:prstGeom prst="roundRect">
            <a:avLst>
              <a:gd name="adj" fmla="val 51471"/>
            </a:avLst>
          </a:prstGeom>
          <a:solidFill>
            <a:srgbClr val="A32D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77440" y="178308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¿Están cargadas todas las librerías usadas (ej. leaflet)?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554480" cy="621792"/>
          </a:xfrm>
          <a:prstGeom prst="roundRect">
            <a:avLst>
              <a:gd name="adj" fmla="val 51471"/>
            </a:avLst>
          </a:prstGeom>
          <a:solidFill>
            <a:srgbClr val="A32D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77440" y="251460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¿getbb()/servicios externos devuelven siempre el tipo esperado?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554480" cy="621792"/>
          </a:xfrm>
          <a:prstGeom prst="roundRect">
            <a:avLst>
              <a:gd name="adj" fmla="val 51471"/>
            </a:avLst>
          </a:prstGeom>
          <a:solidFill>
            <a:srgbClr val="A32D2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77440" y="324612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operaciones matemáticas sobre geometría usan funciones de {sf} (st_snap_to_grid) y no funciones base de R?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554480" cy="621792"/>
          </a:xfrm>
          <a:prstGeom prst="roundRect">
            <a:avLst>
              <a:gd name="adj" fmla="val 51471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39776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¿st_intersection() vs st_filter(): quiero cortar geometría o solo filtrar?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554480" cy="621792"/>
          </a:xfrm>
          <a:prstGeom prst="roundRect">
            <a:avLst>
              <a:gd name="adj" fmla="val 51471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470916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decisiones sobre datos faltantes (oneway = NA) están documentadas y justificadas?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554480" cy="621792"/>
          </a:xfrm>
          <a:prstGeom prst="roundRect">
            <a:avLst>
              <a:gd name="adj" fmla="val 51471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77440" y="544068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orden de subdivide → simplify → contract → smooth está respetado y comentado?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propuesto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6771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143000" y="2194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barrio propio con osmdata y repetir el flujo completo de limpieza.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449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el bloque de redondeo usando st_snap_to_grid() y comparar cantidad de nodos resultante.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8221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143000" y="3749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ruta más corta entre dos puntos con st_network_paths() sobre la red ya limpia y ponderada.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59943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1143000" y="4526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Documentar, para cada paso de limpieza, cuántos nodos/aristas se eliminaron.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Geocomputación · UNIPE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1817</Words>
  <Application>Microsoft Office PowerPoint</Application>
  <PresentationFormat>Panorámica</PresentationFormat>
  <Paragraphs>197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MELFI LUCAS SEBASTIAN</cp:lastModifiedBy>
  <cp:revision>1</cp:revision>
  <dcterms:created xsi:type="dcterms:W3CDTF">2026-09-16T00:35:46Z</dcterms:created>
  <dcterms:modified xsi:type="dcterms:W3CDTF">2026-09-23T21:27:37Z</dcterms:modified>
</cp:coreProperties>
</file>